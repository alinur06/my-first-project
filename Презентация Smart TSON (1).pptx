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65646" y="2185094"/>
            <a:ext cx="5660707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425"/>
              </a:lnSpc>
            </a:pPr>
            <a:r>
              <a:rPr sz="6750" b="1" i="0" u="none">
                <a:solidFill>
                  <a:srgbClr val="0F172A"/>
                </a:solidFill>
                <a:latin typeface="Roboto"/>
              </a:rPr>
              <a:t>Smart TSON </a:t>
            </a:r>
            <a:r>
              <a:t>
</a:t>
            </a:r>
            <a:r>
              <a:rPr sz="6750" b="1" i="0" u="none">
                <a:solidFill>
                  <a:srgbClr val="2563EB"/>
                </a:solidFill>
                <a:latin typeface="Roboto"/>
              </a:rPr>
              <a:t>(Умный ЦОН)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7512" y="4299644"/>
            <a:ext cx="62769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64748B"/>
                </a:solidFill>
                <a:latin typeface="Open Sans"/>
              </a:rPr>
              <a:t>Экономим ваше время при получении госуслуг.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762000"/>
            <a:ext cx="52006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Roboto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05037"/>
            <a:ext cx="52006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Roboto"/>
              </a:rPr>
              <a:t>Долгое ожидание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662237"/>
            <a:ext cx="49530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Open Sans"/>
              </a:rPr>
              <a:t>Граждане часто сталкиваются с долгим ожиданием в очередях при посещении центров обслуживания.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90962"/>
            <a:ext cx="52006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Roboto"/>
              </a:rPr>
              <a:t>Отсутствие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348162"/>
            <a:ext cx="49530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Open Sans"/>
              </a:rPr>
              <a:t>Люди не знают заранее, насколько загружено конкретное отделение, что приводит к значительной потере времени.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0" y="0"/>
            <a:ext cx="641985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30896"/>
            <a:ext cx="3429000" cy="39201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30896"/>
            <a:ext cx="3429000" cy="39201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930896"/>
            <a:ext cx="3429000" cy="39201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2125" y="2416671"/>
            <a:ext cx="1047750" cy="1047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0904" y="3750171"/>
            <a:ext cx="153019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293B"/>
                </a:solidFill>
                <a:latin typeface="Roboto"/>
              </a:rPr>
              <a:t>Веб-сервис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207371"/>
            <a:ext cx="28384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Open Sans"/>
              </a:rPr>
              <a:t>Простая и удобная платформа, отображающая данные в реальном времени.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2125" y="2416671"/>
            <a:ext cx="1047750" cy="1047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90836" y="3750171"/>
            <a:ext cx="261032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293B"/>
                </a:solidFill>
                <a:latin typeface="Roboto"/>
              </a:rPr>
              <a:t>10-балльная шкала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4207371"/>
            <a:ext cx="28384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Open Sans"/>
              </a:rPr>
              <a:t>Наглядная система оценки, показывающая точную загруженность всех ЦОНов города.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2125" y="2416671"/>
            <a:ext cx="1047750" cy="1047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10863" y="3750171"/>
            <a:ext cx="219027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293B"/>
                </a:solidFill>
                <a:latin typeface="Roboto"/>
              </a:rPr>
              <a:t>Умный маршрут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4207371"/>
            <a:ext cx="28384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Open Sans"/>
              </a:rPr>
              <a:t>Система автоматически анализирует данные и предлагает ближайший свободный филиал.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2702421"/>
            <a:ext cx="53340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9300" y="2702421"/>
            <a:ext cx="53340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6450" y="2702421"/>
            <a:ext cx="41910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Roboto"/>
              </a:rPr>
              <a:t>Наше решение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1747837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77000" y="2432000"/>
            <a:ext cx="540067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E293B"/>
                </a:solidFill>
                <a:latin typeface="Roboto"/>
              </a:rPr>
              <a:t>Алинур Текжанов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0" y="2927300"/>
            <a:ext cx="51435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2563EB"/>
                </a:solidFill>
                <a:latin typeface="Open Sans SemiBold"/>
              </a:rPr>
              <a:t>Автор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3531096"/>
            <a:ext cx="5143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475569"/>
                </a:solidFill>
                <a:latin typeface="Open Sans"/>
              </a:rPr>
              <a:t>Роль:</a:t>
            </a:r>
            <a:r>
              <a:rPr sz="1650" b="0" i="0" u="none">
                <a:solidFill>
                  <a:srgbClr val="475569"/>
                </a:solidFill>
                <a:latin typeface="Open Sans"/>
              </a:rPr>
              <a:t> Дизайн и управление проектом.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4009132"/>
            <a:ext cx="51435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Open Sans"/>
              </a:rPr>
              <a:t>Отвечает за концепцию продукта, удобный пользовательский интерфейс и полную координацию процессов разработки сервиса для граждан.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Roboto"/>
              </a:rPr>
              <a:t>Команда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91" y="1747837"/>
            <a:ext cx="4399684" cy="42862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319492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110954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886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86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9187" y="3592904"/>
            <a:ext cx="9953625" cy="311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ru-RU" sz="4400" i="0" u="none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/>
              </a:rPr>
              <a:t>Спасибо за внимание!</a:t>
            </a:r>
            <a:endParaRPr sz="4400" i="0" u="non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116</Words>
  <Application>Microsoft Office PowerPoint</Application>
  <PresentationFormat>Широкоэкранный</PresentationFormat>
  <Paragraphs>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Open Sans</vt:lpstr>
      <vt:lpstr>Open Sans SemiBold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Админ</cp:lastModifiedBy>
  <cp:revision>3</cp:revision>
  <dcterms:created xsi:type="dcterms:W3CDTF">2013-01-27T09:14:16Z</dcterms:created>
  <dcterms:modified xsi:type="dcterms:W3CDTF">2026-09-15T18:47:47Z</dcterms:modified>
  <cp:category/>
</cp:coreProperties>
</file>